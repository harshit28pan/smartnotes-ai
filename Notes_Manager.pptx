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7" r:id="rId4"/>
  </p:sldMasterIdLst>
  <p:notesMasterIdLst>
    <p:notesMasterId r:id="rId24"/>
  </p:notesMasterIdLst>
  <p:handoutMasterIdLst>
    <p:handoutMasterId r:id="rId25"/>
  </p:handoutMasterIdLst>
  <p:sldIdLst>
    <p:sldId id="292" r:id="rId5"/>
    <p:sldId id="301" r:id="rId6"/>
    <p:sldId id="309" r:id="rId7"/>
    <p:sldId id="308" r:id="rId8"/>
    <p:sldId id="297" r:id="rId9"/>
    <p:sldId id="302" r:id="rId10"/>
    <p:sldId id="313" r:id="rId11"/>
    <p:sldId id="317" r:id="rId12"/>
    <p:sldId id="321" r:id="rId13"/>
    <p:sldId id="318" r:id="rId14"/>
    <p:sldId id="322" r:id="rId15"/>
    <p:sldId id="319" r:id="rId16"/>
    <p:sldId id="320" r:id="rId17"/>
    <p:sldId id="323" r:id="rId18"/>
    <p:sldId id="324" r:id="rId19"/>
    <p:sldId id="305" r:id="rId20"/>
    <p:sldId id="306" r:id="rId21"/>
    <p:sldId id="316" r:id="rId22"/>
    <p:sldId id="30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FF4CE-0BD3-479B-A73E-EB9AB677B580}" v="24" dt="2026-07-20T07:43:10.932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744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75644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4149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00476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77140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1859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87802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2363856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16240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03355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53083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23399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518958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2508345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029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88080-26BC-4021-B911-3363282C0B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1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1" r:id="rId13"/>
    <p:sldLayoutId id="2147483873" r:id="rId14"/>
    <p:sldLayoutId id="2147483876" r:id="rId15"/>
    <p:sldLayoutId id="2147483669" r:id="rId16"/>
    <p:sldLayoutId id="2147483655" r:id="rId17"/>
    <p:sldLayoutId id="214748365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anchor="b" anchorCtr="0"/>
          <a:lstStyle/>
          <a:p>
            <a:r>
              <a:rPr lang="en-US" altLang="zh-CN" dirty="0"/>
              <a:t>NOTES</a:t>
            </a:r>
            <a:br>
              <a:rPr lang="en-US" altLang="zh-CN" dirty="0"/>
            </a:br>
            <a:r>
              <a:rPr lang="en-US" altLang="zh-CN" dirty="0"/>
              <a:t>MANAGER 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1716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Submitted by: Harshit Panday, Sehaj Sharma</a:t>
            </a:r>
          </a:p>
          <a:p>
            <a:r>
              <a:rPr lang="en-US" dirty="0">
                <a:solidFill>
                  <a:srgbClr val="C00000"/>
                </a:solidFill>
              </a:rPr>
              <a:t>Enrollment: EN1202026090279</a:t>
            </a:r>
          </a:p>
          <a:p>
            <a:r>
              <a:rPr lang="en-US" dirty="0">
                <a:solidFill>
                  <a:srgbClr val="C00000"/>
                </a:solidFill>
              </a:rPr>
              <a:t>Batch : DA804S80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D267EB1-24F6-788D-0562-071E5778A6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</p:sp>
      <p:pic>
        <p:nvPicPr>
          <p:cNvPr id="23" name="Picture 22" descr="7 Ways to Use Paper Notes for Creativity! 🌈 | Paper Note Ideas |  NhuanDaoCalligraphy - YouTube">
            <a:extLst>
              <a:ext uri="{FF2B5EF4-FFF2-40B4-BE49-F238E27FC236}">
                <a16:creationId xmlns:a16="http://schemas.microsoft.com/office/drawing/2014/main" id="{32A57276-A8B1-F369-E40E-B57C01C5B8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29" t="12450" b="12245"/>
          <a:stretch>
            <a:fillRect/>
          </a:stretch>
        </p:blipFill>
        <p:spPr>
          <a:xfrm>
            <a:off x="6027174" y="0"/>
            <a:ext cx="6164826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526E-F80C-3A2A-3F79-05B1C8CF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71800"/>
            <a:ext cx="4572000" cy="2898647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dirty="0"/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C2E6-909E-1894-F1E9-C9F7F9E32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999747"/>
            <a:ext cx="5029200" cy="3605230"/>
          </a:xfrm>
        </p:spPr>
        <p:txBody>
          <a:bodyPr>
            <a:normAutofit fontScale="85000" lnSpcReduction="10000"/>
          </a:bodyPr>
          <a:lstStyle/>
          <a:p>
            <a:pPr>
              <a:defRPr sz="2000"/>
            </a:pPr>
            <a:r>
              <a:rPr lang="en-IN" dirty="0"/>
              <a:t>Developed a smart </a:t>
            </a:r>
            <a:r>
              <a:rPr lang="en-IN" b="1" dirty="0"/>
              <a:t>AI Powered Notes Manager</a:t>
            </a:r>
            <a:r>
              <a:rPr lang="en-IN" dirty="0"/>
              <a:t> using Python. </a:t>
            </a:r>
          </a:p>
          <a:p>
            <a:pPr>
              <a:defRPr sz="2000"/>
            </a:pPr>
            <a:r>
              <a:rPr lang="en-IN" dirty="0"/>
              <a:t>Helps users create and organize study notes efficiently. </a:t>
            </a:r>
          </a:p>
          <a:p>
            <a:pPr>
              <a:defRPr sz="2000"/>
            </a:pPr>
            <a:r>
              <a:rPr lang="en-IN" dirty="0"/>
              <a:t>Stores notes permanently using CSV files. </a:t>
            </a:r>
          </a:p>
          <a:p>
            <a:pPr>
              <a:defRPr sz="2000"/>
            </a:pPr>
            <a:r>
              <a:rPr lang="en-IN" dirty="0"/>
              <a:t>Uses </a:t>
            </a:r>
            <a:r>
              <a:rPr lang="en-IN" b="1" dirty="0"/>
              <a:t>AI</a:t>
            </a:r>
            <a:r>
              <a:rPr lang="en-IN" dirty="0"/>
              <a:t> to generate notes, summaries, and quizzes. </a:t>
            </a:r>
          </a:p>
          <a:p>
            <a:pPr>
              <a:defRPr sz="2000"/>
            </a:pPr>
            <a:r>
              <a:rPr lang="en-IN" dirty="0"/>
              <a:t>Provides data analysis using Pandas and NumPy.</a:t>
            </a:r>
          </a:p>
          <a:p>
            <a:pPr>
              <a:defRPr sz="2000"/>
            </a:pPr>
            <a:r>
              <a:rPr lang="en-IN" dirty="0"/>
              <a:t>Improves learning by reducing manual effort.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4457B-CBA4-7EB4-C136-BF702D75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9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D43A-DC57-1C6A-3516-BF657507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43069-F744-EACC-6A67-447B76F7D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Problem Statement</a:t>
            </a:r>
          </a:p>
          <a:p>
            <a:r>
              <a:rPr lang="en-IN" dirty="0"/>
              <a:t>Managing a large number of notes is difficult. </a:t>
            </a:r>
          </a:p>
          <a:p>
            <a:r>
              <a:rPr lang="en-IN" dirty="0"/>
              <a:t>Searching specific notes takes time. </a:t>
            </a:r>
          </a:p>
          <a:p>
            <a:r>
              <a:rPr lang="en-IN" dirty="0"/>
              <a:t>Manual summarization is time-consuming. </a:t>
            </a:r>
          </a:p>
          <a:p>
            <a:r>
              <a:rPr lang="en-IN" dirty="0"/>
              <a:t>Students need an intelligent and organized note management system. </a:t>
            </a:r>
          </a:p>
          <a:p>
            <a:pPr marL="0" indent="0">
              <a:buNone/>
            </a:pPr>
            <a:r>
              <a:rPr lang="en-IN" b="1" dirty="0"/>
              <a:t>Proposed Solution</a:t>
            </a:r>
          </a:p>
          <a:p>
            <a:r>
              <a:rPr lang="en-IN" dirty="0"/>
              <a:t>AI Powered Notes Manager with AI-assisted learning features.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AD9AD-9F5A-92C5-29EE-D1FCD4F1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31318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1C17A-A29C-333D-BA6C-D8EED628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8CE7-55DE-40E9-BF3F-9813C03AD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Develop a menu-driven Notes Manager. </a:t>
            </a:r>
          </a:p>
          <a:p>
            <a:r>
              <a:rPr lang="en-IN" dirty="0"/>
              <a:t>Perform complete CRUD operations. </a:t>
            </a:r>
          </a:p>
          <a:p>
            <a:r>
              <a:rPr lang="en-IN" dirty="0"/>
              <a:t>Store notes using CSV files. </a:t>
            </a:r>
          </a:p>
          <a:p>
            <a:r>
              <a:rPr lang="en-IN" dirty="0"/>
              <a:t>Generate notes using AI. </a:t>
            </a:r>
          </a:p>
          <a:p>
            <a:r>
              <a:rPr lang="en-IN" dirty="0"/>
              <a:t>Summarize notes automatically. </a:t>
            </a:r>
          </a:p>
          <a:p>
            <a:r>
              <a:rPr lang="en-IN" dirty="0"/>
              <a:t>Generate quizzes for revision. </a:t>
            </a:r>
          </a:p>
          <a:p>
            <a:r>
              <a:rPr lang="en-IN" dirty="0"/>
              <a:t>Analyse notes using Pandas and NumPy. </a:t>
            </a:r>
          </a:p>
          <a:p>
            <a:r>
              <a:rPr lang="en-IN" dirty="0"/>
              <a:t>Improve productivity through automation.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01125-D2BA-BD9E-F4A3-24BC0BAB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pic>
        <p:nvPicPr>
          <p:cNvPr id="6" name="Picture 5" descr="Notes Images - Free Download on Magnific (formerly Freepik)">
            <a:extLst>
              <a:ext uri="{FF2B5EF4-FFF2-40B4-BE49-F238E27FC236}">
                <a16:creationId xmlns:a16="http://schemas.microsoft.com/office/drawing/2014/main" id="{B5A8BF53-6C5A-7F2C-B11C-121555078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291" y="1853754"/>
            <a:ext cx="6193709" cy="42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67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955" y="151417"/>
            <a:ext cx="6042709" cy="674493"/>
          </a:xfrm>
        </p:spPr>
        <p:txBody>
          <a:bodyPr lIns="0" anchor="b" anchorCtr="0"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Tools and technologies used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68407" y="931931"/>
            <a:ext cx="5681374" cy="423000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– Core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Pandas – CSV Handling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NumPy – Data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OOP – Project Structure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File Handling – Data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Lists &amp; Dictionaries – Data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Exception Handling – Error Handling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Groq API – AI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Llama 3.3 – AI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Spyder IDE – Development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Git &amp; GitHub – Version 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57BD-1AC2-ED2F-BD05-212CB33A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IN" dirty="0"/>
              <a:t>Main Functionalities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C70F65-E664-2888-3007-9B694DBF6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497" y="2016125"/>
            <a:ext cx="9501357" cy="411920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3B44A-DF4D-47C6-AFAC-CC9652AA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1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64685-EE17-4AFD-3EDF-1B1080BEF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0BCE-E3DF-6B02-1100-28221D7121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                                                               Project Modules</a:t>
            </a:r>
          </a:p>
          <a:p>
            <a:pPr marL="0" indent="0">
              <a:buNone/>
            </a:pPr>
            <a:r>
              <a:rPr lang="en-IN" b="1" dirty="0"/>
              <a:t>main.py</a:t>
            </a:r>
          </a:p>
          <a:p>
            <a:endParaRPr lang="en-IN" dirty="0"/>
          </a:p>
          <a:p>
            <a:r>
              <a:rPr lang="en-IN" dirty="0"/>
              <a:t>Displays menu </a:t>
            </a:r>
          </a:p>
          <a:p>
            <a:r>
              <a:rPr lang="en-IN" dirty="0"/>
              <a:t>Accepts user input </a:t>
            </a:r>
          </a:p>
          <a:p>
            <a:r>
              <a:rPr lang="en-IN" dirty="0"/>
              <a:t>Calls application methods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A8C2-841D-B2FD-E910-36917F87B3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notes.py</a:t>
            </a:r>
          </a:p>
          <a:p>
            <a:r>
              <a:rPr lang="en-IN" dirty="0"/>
              <a:t>CRUD operations </a:t>
            </a:r>
          </a:p>
          <a:p>
            <a:r>
              <a:rPr lang="en-IN" dirty="0"/>
              <a:t>File handling </a:t>
            </a:r>
          </a:p>
          <a:p>
            <a:r>
              <a:rPr lang="en-IN" dirty="0"/>
              <a:t>Analysis report </a:t>
            </a:r>
          </a:p>
          <a:p>
            <a:r>
              <a:rPr lang="en-IN" dirty="0"/>
              <a:t>AI menu </a:t>
            </a:r>
          </a:p>
          <a:p>
            <a:pPr marL="0" indent="0">
              <a:buNone/>
            </a:pPr>
            <a:r>
              <a:rPr lang="en-IN" b="1" dirty="0"/>
              <a:t>ai_helper.py</a:t>
            </a:r>
          </a:p>
          <a:p>
            <a:r>
              <a:rPr lang="en-IN" dirty="0"/>
              <a:t>AI note generation </a:t>
            </a:r>
          </a:p>
          <a:p>
            <a:r>
              <a:rPr lang="en-IN" dirty="0"/>
              <a:t>AI summary </a:t>
            </a:r>
          </a:p>
          <a:p>
            <a:r>
              <a:rPr lang="en-IN" dirty="0"/>
              <a:t>AI quiz generation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D60B6-A6F2-E32A-54F9-983049CC5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806221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CCC5-ACD6-E662-BB1B-70BFBAEC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main.py – Application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F70BE-F3E4-DF70-54A8-56E30F320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2" y="2064894"/>
            <a:ext cx="5260258" cy="4793106"/>
          </a:xfrm>
        </p:spPr>
        <p:txBody>
          <a:bodyPr/>
          <a:lstStyle/>
          <a:p>
            <a:r>
              <a:rPr lang="en-IN" dirty="0"/>
              <a:t>Acts as the entry point of the application. </a:t>
            </a:r>
          </a:p>
          <a:p>
            <a:r>
              <a:rPr lang="en-IN" dirty="0"/>
              <a:t>Creates an object of the NotesManager class. </a:t>
            </a:r>
          </a:p>
          <a:p>
            <a:r>
              <a:rPr lang="en-IN" dirty="0"/>
              <a:t>Displays the menu-driven interface.</a:t>
            </a:r>
          </a:p>
          <a:p>
            <a:r>
              <a:rPr lang="en-IN" dirty="0"/>
              <a:t> Accepts user input and calls the required functions. </a:t>
            </a:r>
          </a:p>
          <a:p>
            <a:r>
              <a:rPr lang="en-IN" dirty="0"/>
              <a:t>Handles invalid input using exception handling.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6241E-AF9B-2111-3713-DA8A8D7C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C5D51E-B1B0-319A-95FB-3E1B5C766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561" y="1853754"/>
            <a:ext cx="3500283" cy="4282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F96C55-5D2F-F168-5398-CABE60EF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845" y="1853754"/>
            <a:ext cx="3156155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4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C1D26-79E8-4760-63FD-2DE28D9C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2ADE8-143B-6A70-244D-621DBC12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616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ED5DC3-44CB-2F34-5F0F-6B4EEF2DC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168" y="0"/>
            <a:ext cx="6105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45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2507-27EB-E8DB-A2DB-CD21BFD9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notes.py (Core Functionality)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E84BA-6390-0A4C-43FE-D4F3C710E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81453"/>
            <a:ext cx="4182305" cy="34506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Loads existing notes from the CSV file. </a:t>
            </a:r>
          </a:p>
          <a:p>
            <a:pPr marL="0" indent="0">
              <a:buNone/>
            </a:pPr>
            <a:r>
              <a:rPr lang="en-IN" dirty="0"/>
              <a:t>Performs CRUD operations (Add, View, Search, Update &amp; Delete).</a:t>
            </a:r>
          </a:p>
          <a:p>
            <a:pPr marL="0" indent="0">
              <a:buNone/>
            </a:pPr>
            <a:r>
              <a:rPr lang="en-IN" dirty="0"/>
              <a:t>Filters notes and changes note status. </a:t>
            </a:r>
          </a:p>
          <a:p>
            <a:pPr marL="0" indent="0">
              <a:buNone/>
            </a:pPr>
            <a:r>
              <a:rPr lang="en-IN" dirty="0"/>
              <a:t>Generates analysis reports using Pandas and NumPy. </a:t>
            </a:r>
          </a:p>
          <a:p>
            <a:pPr marL="0" indent="0">
              <a:buNone/>
            </a:pPr>
            <a:r>
              <a:rPr lang="en-IN" dirty="0"/>
              <a:t>Saves updated notes automatically.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203D1-6816-598A-6784-D4C118C1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10</a:t>
            </a:fld>
            <a:endParaRPr lang="en-US" altLang="zh-CN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7898E-F896-2750-DFA2-CEE6F86B9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805" y="1853752"/>
            <a:ext cx="4153260" cy="1853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CABD6E-9DE0-1A88-8C05-01F1C8B98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805" y="3706761"/>
            <a:ext cx="4153260" cy="31512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823A89-6B7A-68BB-9B01-7AE149AE5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065" y="1853752"/>
            <a:ext cx="3695935" cy="2551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CF20CB-95BB-30BB-20C4-9C5D71793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065" y="4404852"/>
            <a:ext cx="3695934" cy="24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2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F4412D-4CD9-C8C2-FDB0-8D2DB4C0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11</a:t>
            </a:fld>
            <a:endParaRPr lang="en-US" altLang="zh-CN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618D9-A484-7C7A-87DA-09CDA5D6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65065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8C16F-A3FE-A5C6-103E-E3920C01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659" y="0"/>
            <a:ext cx="443637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C6C3CD-7802-0B2C-4C2C-9A4375262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8434" y="0"/>
            <a:ext cx="322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96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321A-613A-D7AD-D3D5-31DE3AE6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ai_helper.py (AI Integration)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17D7E-9C8A-A65F-76B5-213518F46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2015732"/>
            <a:ext cx="3234812" cy="3450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Connects the application with the Groq API. </a:t>
            </a:r>
          </a:p>
          <a:p>
            <a:pPr marL="0" indent="0">
              <a:buNone/>
            </a:pPr>
            <a:r>
              <a:rPr lang="en-IN" dirty="0"/>
              <a:t>Generates AI-based study notes. </a:t>
            </a:r>
          </a:p>
          <a:p>
            <a:pPr marL="0" indent="0">
              <a:buNone/>
            </a:pPr>
            <a:r>
              <a:rPr lang="en-IN" dirty="0"/>
              <a:t>Summarizes long notes. </a:t>
            </a:r>
          </a:p>
          <a:p>
            <a:pPr marL="0" indent="0">
              <a:buNone/>
            </a:pPr>
            <a:r>
              <a:rPr lang="en-IN" dirty="0"/>
              <a:t>Creates multiple-choice quizzes. </a:t>
            </a:r>
          </a:p>
          <a:p>
            <a:pPr marL="0" indent="0">
              <a:buNone/>
            </a:pPr>
            <a:r>
              <a:rPr lang="en-IN" dirty="0"/>
              <a:t>Returns user-friendly AI responses.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27923-0F6B-5296-5630-94FA66E0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12</a:t>
            </a:fld>
            <a:endParaRPr lang="en-US" altLang="zh-CN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43AC3A-99DA-D5A2-5D1A-115C9884C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445" y="1883250"/>
            <a:ext cx="2339543" cy="12827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3F2505-400A-FECF-4CC6-17CB6695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445" y="3158240"/>
            <a:ext cx="5395892" cy="36920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5FF335-E925-D3DF-2546-26A923FE8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988" y="1883250"/>
            <a:ext cx="3056351" cy="12827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DE5653-EE3A-B8E9-0F43-EBE87CDB2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5338" y="1853754"/>
            <a:ext cx="3246661" cy="49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08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D4A629-6D17-136B-C831-57AE15BB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13</a:t>
            </a:fld>
            <a:endParaRPr lang="en-US" altLang="zh-CN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69587-2557-EE16-5F08-791A825F8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94" y="0"/>
            <a:ext cx="410988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ED1BB-7A9A-7428-D0A1-2E1117759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" y="0"/>
            <a:ext cx="4312543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46000D-6653-386E-4E9D-42EACF42D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079" y="0"/>
            <a:ext cx="3755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45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4CDF-D24A-0EED-1179-581A882D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A9BEF-248E-7E79-9AC2-B3FE9A50F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079" y="1893567"/>
            <a:ext cx="4339621" cy="4050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Purpose</a:t>
            </a:r>
          </a:p>
          <a:p>
            <a:r>
              <a:rPr lang="en-IN" sz="1900" dirty="0"/>
              <a:t>Analyse stored notes using Pandas and NumPy. </a:t>
            </a:r>
          </a:p>
          <a:p>
            <a:r>
              <a:rPr lang="en-IN" sz="1900" dirty="0"/>
              <a:t>Generate useful statistics about notes. </a:t>
            </a:r>
          </a:p>
          <a:p>
            <a:r>
              <a:rPr lang="en-IN" sz="1900" dirty="0"/>
              <a:t>Save the analysis automatically in analysis_report.csv. </a:t>
            </a:r>
          </a:p>
          <a:p>
            <a:r>
              <a:rPr lang="en-IN" sz="1900" dirty="0"/>
              <a:t>Help users monitor their note collection.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1E315-8C09-7F65-F893-14C46D5D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14</a:t>
            </a:fld>
            <a:endParaRPr lang="en-US" altLang="zh-CN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AAD850-0BBA-B583-267F-F761724A9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848" y="1853754"/>
            <a:ext cx="5375006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69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B2BC-890F-6ED5-B50B-55966C7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(CSV Files)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E2256-847E-808C-C6F8-877486430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858" y="1933093"/>
            <a:ext cx="3553040" cy="34506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Purpose</a:t>
            </a:r>
          </a:p>
          <a:p>
            <a:r>
              <a:rPr lang="en-IN" dirty="0"/>
              <a:t>Stores notes permanently. </a:t>
            </a:r>
          </a:p>
          <a:p>
            <a:r>
              <a:rPr lang="en-IN" dirty="0"/>
              <a:t>Preserves data even after the application is closed. </a:t>
            </a:r>
          </a:p>
          <a:p>
            <a:r>
              <a:rPr lang="en-IN" dirty="0"/>
              <a:t>Allows easy reading and updating using Pandas. </a:t>
            </a:r>
          </a:p>
          <a:p>
            <a:r>
              <a:rPr lang="en-IN" dirty="0"/>
              <a:t>Generates a separate analysis report.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71D7D-7B7E-958D-0E39-D7B57B7F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15</a:t>
            </a:fld>
            <a:endParaRPr lang="en-US" altLang="zh-C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311A0-47AB-B07B-A0F2-F8FA647322E5}"/>
              </a:ext>
            </a:extLst>
          </p:cNvPr>
          <p:cNvSpPr txBox="1"/>
          <p:nvPr/>
        </p:nvSpPr>
        <p:spPr>
          <a:xfrm>
            <a:off x="8767121" y="1853753"/>
            <a:ext cx="24482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notes.csv</a:t>
            </a:r>
          </a:p>
          <a:p>
            <a:r>
              <a:rPr lang="en-IN" dirty="0"/>
              <a:t>Stores all note details.</a:t>
            </a:r>
          </a:p>
          <a:p>
            <a:r>
              <a:rPr lang="en-IN" b="1" dirty="0"/>
              <a:t>Fields:</a:t>
            </a:r>
            <a:endParaRPr lang="en-IN" dirty="0"/>
          </a:p>
          <a:p>
            <a:r>
              <a:rPr lang="en-IN" dirty="0"/>
              <a:t>ID </a:t>
            </a:r>
          </a:p>
          <a:p>
            <a:r>
              <a:rPr lang="en-IN" dirty="0"/>
              <a:t>Title </a:t>
            </a:r>
          </a:p>
          <a:p>
            <a:r>
              <a:rPr lang="en-IN" dirty="0"/>
              <a:t>Category </a:t>
            </a:r>
          </a:p>
          <a:p>
            <a:r>
              <a:rPr lang="en-IN" dirty="0"/>
              <a:t>Priority </a:t>
            </a:r>
          </a:p>
          <a:p>
            <a:r>
              <a:rPr lang="en-IN" dirty="0"/>
              <a:t>Content </a:t>
            </a:r>
          </a:p>
          <a:p>
            <a:r>
              <a:rPr lang="en-IN" dirty="0"/>
              <a:t>Date Created </a:t>
            </a:r>
          </a:p>
          <a:p>
            <a:r>
              <a:rPr lang="en-IN" dirty="0"/>
              <a:t>Last Modified </a:t>
            </a:r>
          </a:p>
          <a:p>
            <a:r>
              <a:rPr lang="en-IN" dirty="0"/>
              <a:t>Status </a:t>
            </a:r>
          </a:p>
          <a:p>
            <a:r>
              <a:rPr lang="en-IN" dirty="0"/>
              <a:t>Source</a:t>
            </a:r>
          </a:p>
          <a:p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2552E-E89A-B34F-8B06-B537BA0487F7}"/>
              </a:ext>
            </a:extLst>
          </p:cNvPr>
          <p:cNvSpPr txBox="1"/>
          <p:nvPr/>
        </p:nvSpPr>
        <p:spPr>
          <a:xfrm>
            <a:off x="4812890" y="1894378"/>
            <a:ext cx="22319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analysis_report.csv</a:t>
            </a:r>
          </a:p>
          <a:p>
            <a:endParaRPr lang="en-IN" dirty="0"/>
          </a:p>
          <a:p>
            <a:r>
              <a:rPr lang="en-IN" dirty="0"/>
              <a:t>Stores the generated statistical report.</a:t>
            </a:r>
          </a:p>
          <a:p>
            <a:endParaRPr lang="en-IN" b="1" dirty="0"/>
          </a:p>
          <a:p>
            <a:r>
              <a:rPr lang="en-IN" b="1" dirty="0"/>
              <a:t>Contains:</a:t>
            </a:r>
            <a:endParaRPr lang="en-IN" dirty="0"/>
          </a:p>
          <a:p>
            <a:r>
              <a:rPr lang="en-IN" dirty="0"/>
              <a:t>Total Notes </a:t>
            </a:r>
          </a:p>
          <a:p>
            <a:r>
              <a:rPr lang="en-IN" dirty="0"/>
              <a:t>Active Notes </a:t>
            </a:r>
          </a:p>
          <a:p>
            <a:r>
              <a:rPr lang="en-IN" dirty="0"/>
              <a:t>Completed Notes </a:t>
            </a:r>
          </a:p>
          <a:p>
            <a:r>
              <a:rPr lang="en-IN" dirty="0"/>
              <a:t>Manual Notes </a:t>
            </a:r>
          </a:p>
          <a:p>
            <a:r>
              <a:rPr lang="en-IN" dirty="0"/>
              <a:t>AI Notes </a:t>
            </a:r>
          </a:p>
          <a:p>
            <a:r>
              <a:rPr lang="en-IN" dirty="0"/>
              <a:t>Priority Summary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1E6893-02A6-BA9D-34AD-6C041392F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385798"/>
            <a:ext cx="6263148" cy="1472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8D5E59-153E-AB08-0B8B-4FE0B6301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149" y="5381614"/>
            <a:ext cx="5928850" cy="147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64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67F7-08A2-855A-AD32-E3E0A746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Improvements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34569-A693-EC2B-C133-89E4076D7FB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2618509"/>
            <a:ext cx="10149840" cy="3416531"/>
          </a:xfrm>
        </p:spPr>
        <p:txBody>
          <a:bodyPr>
            <a:normAutofit fontScale="77500" lnSpcReduction="20000"/>
          </a:bodyPr>
          <a:lstStyle/>
          <a:p>
            <a:pPr>
              <a:defRPr sz="2000"/>
            </a:pPr>
            <a:r>
              <a:rPr lang="en-IN" dirty="0"/>
              <a:t>User Login</a:t>
            </a:r>
          </a:p>
          <a:p>
            <a:pPr>
              <a:defRPr sz="2000"/>
            </a:pPr>
            <a:r>
              <a:rPr lang="en-IN" dirty="0"/>
              <a:t>Password Protection</a:t>
            </a:r>
          </a:p>
          <a:p>
            <a:pPr>
              <a:defRPr sz="2000"/>
            </a:pPr>
            <a:r>
              <a:rPr lang="en-IN" dirty="0"/>
              <a:t>SQLite/MySQL</a:t>
            </a:r>
          </a:p>
          <a:p>
            <a:pPr>
              <a:defRPr sz="2000"/>
            </a:pPr>
            <a:r>
              <a:rPr lang="en-IN" dirty="0"/>
              <a:t>Voice Notes</a:t>
            </a:r>
          </a:p>
          <a:p>
            <a:pPr>
              <a:defRPr sz="2000"/>
            </a:pPr>
            <a:r>
              <a:rPr lang="en-IN" dirty="0"/>
              <a:t>Image Attachments</a:t>
            </a:r>
          </a:p>
          <a:p>
            <a:pPr>
              <a:defRPr sz="2000"/>
            </a:pPr>
            <a:r>
              <a:rPr lang="en-IN" dirty="0"/>
              <a:t>Mobile App</a:t>
            </a:r>
          </a:p>
          <a:p>
            <a:pPr>
              <a:defRPr sz="2000"/>
            </a:pPr>
            <a:r>
              <a:rPr lang="en-IN" dirty="0"/>
              <a:t>Cloud Storage</a:t>
            </a:r>
          </a:p>
          <a:p>
            <a:pPr>
              <a:defRPr sz="2000"/>
            </a:pPr>
            <a:r>
              <a:rPr lang="en-IN" dirty="0"/>
              <a:t>Reminder Notifications</a:t>
            </a:r>
          </a:p>
          <a:p>
            <a:pPr>
              <a:defRPr sz="2000"/>
            </a:pPr>
            <a:r>
              <a:rPr lang="en-IN" dirty="0"/>
              <a:t>Better Dashboard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D138-A4DD-D9C0-D668-0C587E46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10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4BC0-A7D8-BD84-6B80-E7AE5BD9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6645" y="300593"/>
            <a:ext cx="5787736" cy="1720645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84FF6-6172-8FDE-144F-A90400B9A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31770"/>
            <a:ext cx="8750710" cy="325027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Reduced the time required to create notes by approximately </a:t>
            </a:r>
            <a:r>
              <a:rPr lang="en-IN" b="1" dirty="0"/>
              <a:t>60–70%</a:t>
            </a:r>
            <a:r>
              <a:rPr lang="en-IN" dirty="0"/>
              <a:t> through AI-powered note generation. </a:t>
            </a:r>
          </a:p>
          <a:p>
            <a:r>
              <a:rPr lang="en-IN" dirty="0"/>
              <a:t>Decreased note searching time by nearly </a:t>
            </a:r>
            <a:r>
              <a:rPr lang="en-IN" b="1" dirty="0"/>
              <a:t>80%</a:t>
            </a:r>
            <a:r>
              <a:rPr lang="en-IN" dirty="0"/>
              <a:t> using keyword-based search and filtering features. </a:t>
            </a:r>
          </a:p>
          <a:p>
            <a:r>
              <a:rPr lang="en-IN" dirty="0"/>
              <a:t>Reduced manual note organization effort by around </a:t>
            </a:r>
            <a:r>
              <a:rPr lang="en-IN" b="1" dirty="0"/>
              <a:t>65%</a:t>
            </a:r>
            <a:r>
              <a:rPr lang="en-IN" dirty="0"/>
              <a:t> with categories, priorities, and status management. </a:t>
            </a:r>
          </a:p>
          <a:p>
            <a:r>
              <a:rPr lang="en-IN" dirty="0"/>
              <a:t>Improved note retrieval accuracy to approximately </a:t>
            </a:r>
            <a:r>
              <a:rPr lang="en-IN" b="1" dirty="0"/>
              <a:t>95%</a:t>
            </a:r>
            <a:r>
              <a:rPr lang="en-IN" dirty="0"/>
              <a:t> using structured search functionality. </a:t>
            </a:r>
          </a:p>
          <a:p>
            <a:r>
              <a:rPr lang="en-IN" dirty="0"/>
              <a:t>Increased overall user productivity by an estimated </a:t>
            </a:r>
            <a:r>
              <a:rPr lang="en-IN" b="1" dirty="0"/>
              <a:t>70%</a:t>
            </a:r>
            <a:r>
              <a:rPr lang="en-IN" dirty="0"/>
              <a:t> through automation and AI-assisted features.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DD4E1-F20D-E21E-0E99-EAF597F8DCC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17</a:t>
            </a:fld>
            <a:endParaRPr lang="en-US" altLang="zh-C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A0150-1DE0-4814-08D5-B93F3E80851D}"/>
              </a:ext>
            </a:extLst>
          </p:cNvPr>
          <p:cNvSpPr txBox="1"/>
          <p:nvPr/>
        </p:nvSpPr>
        <p:spPr>
          <a:xfrm>
            <a:off x="8849032" y="2123908"/>
            <a:ext cx="33429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Statistics</a:t>
            </a:r>
          </a:p>
          <a:p>
            <a:endParaRPr lang="en-US" dirty="0"/>
          </a:p>
          <a:p>
            <a:r>
              <a:rPr lang="en-IN" dirty="0"/>
              <a:t>Menu Options → </a:t>
            </a:r>
            <a:r>
              <a:rPr lang="en-IN" b="1" dirty="0"/>
              <a:t>10</a:t>
            </a:r>
            <a:endParaRPr lang="en-IN" dirty="0"/>
          </a:p>
          <a:p>
            <a:r>
              <a:rPr lang="en-IN" dirty="0"/>
              <a:t>Note Management Features → </a:t>
            </a:r>
            <a:r>
              <a:rPr lang="en-IN" b="1" dirty="0"/>
              <a:t>7</a:t>
            </a:r>
            <a:endParaRPr lang="en-IN" dirty="0"/>
          </a:p>
          <a:p>
            <a:r>
              <a:rPr lang="en-IN" dirty="0"/>
              <a:t>AI Features → </a:t>
            </a:r>
            <a:r>
              <a:rPr lang="en-IN" b="1" dirty="0"/>
              <a:t>3</a:t>
            </a:r>
            <a:endParaRPr lang="en-IN" dirty="0"/>
          </a:p>
          <a:p>
            <a:r>
              <a:rPr lang="en-IN" dirty="0"/>
              <a:t>CSV Files Used → </a:t>
            </a:r>
            <a:r>
              <a:rPr lang="en-IN" b="1" dirty="0"/>
              <a:t>2</a:t>
            </a:r>
            <a:endParaRPr lang="en-IN" dirty="0"/>
          </a:p>
          <a:p>
            <a:r>
              <a:rPr lang="en-IN" dirty="0"/>
              <a:t>     notes.csv </a:t>
            </a:r>
          </a:p>
          <a:p>
            <a:r>
              <a:rPr lang="en-IN" dirty="0"/>
              <a:t>     analysis_report.csv </a:t>
            </a:r>
          </a:p>
          <a:p>
            <a:r>
              <a:rPr lang="en-IN" dirty="0"/>
              <a:t>Libraries Used → </a:t>
            </a:r>
            <a:r>
              <a:rPr lang="en-IN" b="1" dirty="0"/>
              <a:t>5</a:t>
            </a:r>
            <a:endParaRPr lang="en-IN" dirty="0"/>
          </a:p>
          <a:p>
            <a:r>
              <a:rPr lang="en-IN" dirty="0"/>
              <a:t>AI Model → </a:t>
            </a:r>
            <a:r>
              <a:rPr lang="en-IN" b="1" dirty="0"/>
              <a:t>Llama 3.3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597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804A-F802-46B4-49AD-548E94CB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9FAC-4C95-08E0-76AC-44DFE37F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the objective of this project? </a:t>
            </a:r>
          </a:p>
          <a:p>
            <a:r>
              <a:rPr lang="en-IN" dirty="0"/>
              <a:t>Why did you use CSV files instead of a database? </a:t>
            </a:r>
          </a:p>
          <a:p>
            <a:r>
              <a:rPr lang="en-IN" dirty="0"/>
              <a:t>What are the AI features of the application? </a:t>
            </a:r>
          </a:p>
          <a:p>
            <a:r>
              <a:rPr lang="en-IN" dirty="0"/>
              <a:t>Which Python concepts were implemented? </a:t>
            </a:r>
          </a:p>
          <a:p>
            <a:r>
              <a:rPr lang="en-IN" dirty="0"/>
              <a:t>What future enhancements can be added?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E684D-A9B1-FD00-E88D-AD49DD88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01323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846B-66C9-89D2-504E-36BC8A01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AAC89-674E-70C9-62D6-5DD34151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140056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356</TotalTime>
  <Words>706</Words>
  <Application>Microsoft Office PowerPoint</Application>
  <PresentationFormat>Widescreen</PresentationFormat>
  <Paragraphs>162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等线</vt:lpstr>
      <vt:lpstr>Arial</vt:lpstr>
      <vt:lpstr>Calibri</vt:lpstr>
      <vt:lpstr>Gill Sans MT</vt:lpstr>
      <vt:lpstr>Posterama Text SemiBold</vt:lpstr>
      <vt:lpstr>Gallery</vt:lpstr>
      <vt:lpstr>NOTES MANAGER </vt:lpstr>
      <vt:lpstr>Introduction </vt:lpstr>
      <vt:lpstr>Problem statement</vt:lpstr>
      <vt:lpstr>Objective</vt:lpstr>
      <vt:lpstr>  Tools and technologies used </vt:lpstr>
      <vt:lpstr>Main Functionalities </vt:lpstr>
      <vt:lpstr>Project structure</vt:lpstr>
      <vt:lpstr>main.py – Application Controller</vt:lpstr>
      <vt:lpstr>PowerPoint Presentation</vt:lpstr>
      <vt:lpstr>notes.py (Core Functionality)</vt:lpstr>
      <vt:lpstr>PowerPoint Presentation</vt:lpstr>
      <vt:lpstr>ai_helper.py (AI Integration)</vt:lpstr>
      <vt:lpstr>PowerPoint Presentation</vt:lpstr>
      <vt:lpstr>Analysis Report</vt:lpstr>
      <vt:lpstr>Data Storage (CSV Files)</vt:lpstr>
      <vt:lpstr>Future Improvements </vt:lpstr>
      <vt:lpstr>Conclusion </vt:lpstr>
      <vt:lpstr>Questionnaire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Sehaj Sharma</dc:creator>
  <cp:lastModifiedBy>Priya Pandey</cp:lastModifiedBy>
  <cp:revision>4</cp:revision>
  <dcterms:created xsi:type="dcterms:W3CDTF">2026-07-20T05:07:02Z</dcterms:created>
  <dcterms:modified xsi:type="dcterms:W3CDTF">2026-07-21T04:38:49Z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